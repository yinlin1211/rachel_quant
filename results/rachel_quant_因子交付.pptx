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1F2A44"/>
                </a:solidFill>
                <a:latin typeface="Microsoft YaHei"/>
              </a:rPr>
              <a:t>分钟级价量因子交付报告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F70"/>
                </a:solidFill>
                <a:latin typeface="Microsoft YaHei"/>
              </a:rPr>
              <a:t>所有者：yinlin1211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F70"/>
                </a:solidFill>
                <a:latin typeface="Microsoft YaHei"/>
              </a:rPr>
              <a:t>测试周期：20260721–20261020，60 个交易日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F70"/>
                </a:solidFill>
                <a:latin typeface="Microsoft YaHei"/>
              </a:rPr>
              <a:t>因子来源：Alpha101 + 模板化生成（39 个经济族，1,000 条）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F70"/>
                </a:solidFill>
                <a:latin typeface="Microsoft YaHei"/>
              </a:rPr>
              <a:t>评估口径：预测未来 1/3/5 分钟中间价收益，IC = Pearson 相关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2A44"/>
                </a:solidFill>
                <a:latin typeface="Microsoft YaHei"/>
              </a:rPr>
              <a:t>评估概览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Microsoft YaHei"/>
              </a:rPr>
              <a:t>候选因子：1000 条（39 个经济族）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Microsoft YaHei"/>
              </a:rPr>
              <a:t>有效 IC：1000 条，覆盖率中位数 0.98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Microsoft YaHei"/>
              </a:rPr>
              <a:t>|IC| 中位数 0.0054 ｜ 90 分位 0.0200 ｜ 最大 0.0517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Microsoft YaHei"/>
              </a:rPr>
              <a:t>|IC| &gt; 0.01：269 条 ｜ &gt; 0.02：100 条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Microsoft YaHei"/>
              </a:rPr>
              <a:t>本次交付：按 |IC| 排序、覆盖率 &gt; 90%、|IR| &gt; 1 的 Top 10 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因子名：t00499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所有者：yinlin1211        测试周期：20260721–20261020，60 个交易日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测试 IC 值：-0.0517（预测 1min） ｜ -0.0398（3min） ｜ -0.0346（5min）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IR：-4.15 ｜ IC&gt;0 占比：0% ｜ 覆盖率：0.99</a:t>
            </a:r>
          </a:p>
        </p:txBody>
      </p:sp>
      <p:pic>
        <p:nvPicPr>
          <p:cNvPr id="4" name="Picture 3" descr="t004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F70"/>
                </a:solidFill>
                <a:latin typeface="Microsoft YaHei"/>
              </a:rPr>
              <a:t>因子概要（逐日 IC）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原理描述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表达式：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rank(sub(div(close, ts_mean(close,3)),1))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所属因子族：T08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经济含义：价格偏离 w 分钟均线：均值回复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构造逻辑：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输入为 L2 逐笔聚合出的分钟面板（OHLC 取中间价，量额来自逐笔成交）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所有时序窗口只向过去看，不存在未来函数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输出每分钟每只股票一个实数，评估时与未来收益做截面相关性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稳定性：60 天中 IC 同向 0 天，IR = -4.15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因子名：t00776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所有者：yinlin1211        测试周期：20260721–20261020，60 个交易日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测试 IC 值：-0.0504（预测 1min） ｜ -0.0400（3min） ｜ -0.0350（5min）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IR：-4.03 ｜ IC&gt;0 占比：0% ｜ 覆盖率：0.99</a:t>
            </a:r>
          </a:p>
        </p:txBody>
      </p:sp>
      <p:pic>
        <p:nvPicPr>
          <p:cNvPr id="4" name="Picture 3" descr="t00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F70"/>
                </a:solidFill>
                <a:latin typeface="Microsoft YaHei"/>
              </a:rPr>
              <a:t>因子概要（逐日 IC）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原理描述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表达式：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rank(decay(sub(div(close,delay(close,1)),1), 3))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所属因子族：T35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经济含义：收益率的线性衰减加权：近期动量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构造逻辑：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输入为 L2 逐笔聚合出的分钟面板（OHLC 取中间价，量额来自逐笔成交）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所有时序窗口只向过去看，不存在未来函数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输出每分钟每只股票一个实数，评估时与未来收益做截面相关性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稳定性：60 天中 IC 同向 0 天，IR = -4.03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因子名：t00500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所有者：yinlin1211        测试周期：20260721–20261020，60 个交易日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测试 IC 值：-0.0491（预测 1min） ｜ -0.0393（3min） ｜ -0.0344（5min）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IR：-3.83 ｜ IC&gt;0 占比：0% ｜ 覆盖率：0.99</a:t>
            </a:r>
          </a:p>
        </p:txBody>
      </p:sp>
      <p:pic>
        <p:nvPicPr>
          <p:cNvPr id="4" name="Picture 3" descr="t00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F70"/>
                </a:solidFill>
                <a:latin typeface="Microsoft YaHei"/>
              </a:rPr>
              <a:t>因子概要（逐日 IC）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原理描述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表达式：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rank(sub(div(close, ts_mean(close,5)),1))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所属因子族：T08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经济含义：价格偏离 w 分钟均线：均值回复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构造逻辑：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输入为 L2 逐笔聚合出的分钟面板（OHLC 取中间价，量额来自逐笔成交）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所有时序窗口只向过去看，不存在未来函数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输出每分钟每只股票一个实数，评估时与未来收益做截面相关性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稳定性：60 天中 IC 同向 0 天，IR = -3.83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因子名：t00777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所有者：yinlin1211        测试周期：20260721–20261020，60 个交易日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测试 IC 值：-0.0477（预测 1min） ｜ -0.0381（3min） ｜ -0.0336（5min）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IR：-3.78 ｜ IC&gt;0 占比：0% ｜ 覆盖率：0.99</a:t>
            </a:r>
          </a:p>
        </p:txBody>
      </p:sp>
      <p:pic>
        <p:nvPicPr>
          <p:cNvPr id="4" name="Picture 3" descr="t00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F70"/>
                </a:solidFill>
                <a:latin typeface="Microsoft YaHei"/>
              </a:rPr>
              <a:t>因子概要（逐日 IC）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原理描述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表达式：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rank(decay(sub(div(close,delay(close,1)),1), 5))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所属因子族：T35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经济含义：收益率的线性衰减加权：近期动量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构造逻辑：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输入为 L2 逐笔聚合出的分钟面板（OHLC 取中间价，量额来自逐笔成交）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所有时序窗口只向过去看，不存在未来函数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输出每分钟每只股票一个实数，评估时与未来收益做截面相关性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稳定性：60 天中 IC 同向 0 天，IR = -3.78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因子名：t00484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所有者：yinlin1211        测试周期：20260721–20261020，60 个交易日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测试 IC 值：-0.0455（预测 1min） ｜ -0.0347（3min） ｜ -0.0298（5min）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IR：-3.61 ｜ IC&gt;0 占比：0% ｜ 覆盖率：0.99</a:t>
            </a:r>
          </a:p>
        </p:txBody>
      </p:sp>
      <p:pic>
        <p:nvPicPr>
          <p:cNvPr id="4" name="Picture 3" descr="t004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F70"/>
                </a:solidFill>
                <a:latin typeface="Microsoft YaHei"/>
              </a:rPr>
              <a:t>因子概要（逐日 IC）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原理描述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表达式：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rank(div(sub(close,open), open))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所属因子族：T03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经济含义：分钟涨跌幅：短期动量/反转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构造逻辑：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输入为 L2 逐笔聚合出的分钟面板（OHLC 取中间价，量额来自逐笔成交）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所有时序窗口只向过去看，不存在未来函数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输出每分钟每只股票一个实数，评估时与未来收益做截面相关性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稳定性：60 天中 IC 同向 0 天，IR = -3.61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因子名：t00501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所有者：yinlin1211        测试周期：20260721–20261020，60 个交易日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测试 IC 值：-0.0446（预测 1min） ｜ -0.0354（3min） ｜ -0.0311（5min）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IR：-3.56 ｜ IC&gt;0 占比：0% ｜ 覆盖率：0.99</a:t>
            </a:r>
          </a:p>
        </p:txBody>
      </p:sp>
      <p:pic>
        <p:nvPicPr>
          <p:cNvPr id="4" name="Picture 3" descr="t00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F70"/>
                </a:solidFill>
                <a:latin typeface="Microsoft YaHei"/>
              </a:rPr>
              <a:t>因子概要（逐日 IC）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原理描述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表达式：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rank(sub(div(close, ts_mean(close,8)),1))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所属因子族：T08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经济含义：价格偏离 w 分钟均线：均值回复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构造逻辑：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输入为 L2 逐笔聚合出的分钟面板（OHLC 取中间价，量额来自逐笔成交）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所有时序窗口只向过去看，不存在未来函数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输出每分钟每只股票一个实数，评估时与未来收益做截面相关性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稳定性：60 天中 IC 同向 0 天，IR = -3.56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因子名：t00778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所有者：yinlin1211        测试周期：20260721–20261020，60 个交易日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测试 IC 值：-0.0433（预测 1min） ｜ -0.0342（3min） ｜ -0.0300（5min）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IR：-3.43 ｜ IC&gt;0 占比：0% ｜ 覆盖率：0.99</a:t>
            </a:r>
          </a:p>
        </p:txBody>
      </p:sp>
      <p:pic>
        <p:nvPicPr>
          <p:cNvPr id="4" name="Picture 3" descr="t007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F70"/>
                </a:solidFill>
                <a:latin typeface="Microsoft YaHei"/>
              </a:rPr>
              <a:t>因子概要（逐日 IC）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原理描述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表达式：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rank(decay(sub(div(close,delay(close,1)),1), 8))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所属因子族：T35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经济含义：收益率的线性衰减加权：近期动量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构造逻辑：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输入为 L2 逐笔聚合出的分钟面板（OHLC 取中间价，量额来自逐笔成交）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所有时序窗口只向过去看，不存在未来函数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输出每分钟每只股票一个实数，评估时与未来收益做截面相关性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稳定性：60 天中 IC 同向 0 天，IR = -3.43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因子名：t00502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所有者：yinlin1211        测试周期：20260721–20261020，60 个交易日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测试 IC 值：-0.0420（预测 1min） ｜ -0.0330（3min） ｜ -0.0288（5min）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IR：-3.25 ｜ IC&gt;0 占比：2% ｜ 覆盖率：0.99</a:t>
            </a:r>
          </a:p>
        </p:txBody>
      </p:sp>
      <p:pic>
        <p:nvPicPr>
          <p:cNvPr id="4" name="Picture 3" descr="t005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F70"/>
                </a:solidFill>
                <a:latin typeface="Microsoft YaHei"/>
              </a:rPr>
              <a:t>因子概要（逐日 IC）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原理描述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表达式：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rank(sub(div(close, ts_mean(close,10)),1))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所属因子族：T08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经济含义：价格偏离 w 分钟均线：均值回复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构造逻辑：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输入为 L2 逐笔聚合出的分钟面板（OHLC 取中间价，量额来自逐笔成交）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所有时序窗口只向过去看，不存在未来函数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输出每分钟每只股票一个实数，评估时与未来收益做截面相关性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稳定性：60 天中 IC 同向 1 天，IR = -3.25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因子名：t00779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所有者：yinlin1211        测试周期：20260721–20261020，60 个交易日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测试 IC 值：-0.0408（预测 1min） ｜ -0.0320（3min） ｜ -0.0279（5min）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IR：-3.06 ｜ IC&gt;0 占比：2% ｜ 覆盖率：0.99</a:t>
            </a:r>
          </a:p>
        </p:txBody>
      </p:sp>
      <p:pic>
        <p:nvPicPr>
          <p:cNvPr id="4" name="Picture 3" descr="t007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F70"/>
                </a:solidFill>
                <a:latin typeface="Microsoft YaHei"/>
              </a:rPr>
              <a:t>因子概要（逐日 IC）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原理描述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表达式：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rank(decay(sub(div(close,delay(close,1)),1), 10))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所属因子族：T35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经济含义：收益率的线性衰减加权：近期动量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构造逻辑：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输入为 L2 逐笔聚合出的分钟面板（OHLC 取中间价，量额来自逐笔成交）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所有时序窗口只向过去看，不存在未来函数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输出每分钟每只股票一个实数，评估时与未来收益做截面相关性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稳定性：60 天中 IC 同向 1 天，IR = -3.06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因子名：t00482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所有者：yinlin1211        测试周期：20260721–20261020，60 个交易日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测试 IC 值：-0.0402（预测 1min） ｜ -0.0305（3min） ｜ -0.0260（5min）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IR：-3.81 ｜ IC&gt;0 占比：0% ｜ 覆盖率：0.99</a:t>
            </a:r>
          </a:p>
        </p:txBody>
      </p:sp>
      <p:pic>
        <p:nvPicPr>
          <p:cNvPr id="4" name="Picture 3" descr="t004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F70"/>
                </a:solidFill>
                <a:latin typeface="Microsoft YaHei"/>
              </a:rPr>
              <a:t>因子概要（逐日 IC）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Microsoft YaHei"/>
              </a:rPr>
              <a:t>原理描述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表达式：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0392B"/>
                </a:solidFill>
                <a:latin typeface="Microsoft YaHei"/>
              </a:rPr>
              <a:t>rank(div(sub(close,open), add(sub(high,low),0.001)))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所属因子族：T01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经济含义：分钟K线实体占振幅：单边推进 vs 多空拉锯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构造逻辑：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输入为 L2 逐笔聚合出的分钟面板（OHLC 取中间价，量额来自逐笔成交）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所有时序窗口只向过去看，不存在未来函数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  · 输出每分钟每只股票一个实数，评估时与未来收益做截面相关性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F70"/>
                </a:solidFill>
                <a:latin typeface="Microsoft YaHei"/>
              </a:rPr>
              <a:t>稳定性：60 天中 IC 同向 0 天，IR = -3.81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2A44"/>
                </a:solidFill>
                <a:latin typeface="Microsoft YaHei"/>
              </a:rPr>
              <a:t>局限与下一步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1. 样本：20260721–20261020，60 个交易日，仅覆盖单一市场阶段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2. 已做数值校验：5 个代表性表达式与独立 numpy 实现最大差 1e-6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3. 未计交易成本：分钟级反转因子对买卖价差敏感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4. 多重检验：1000 条因子同时检验，需 FDR 控制与样本外验证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下一步：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  · 样本外区间验证（2026 年上半年）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  · 换手率与扣费后净 IC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F70"/>
                </a:solidFill>
                <a:latin typeface="Microsoft YaHei"/>
              </a:rPr>
              <a:t>  · 与 Alpha101 叠加做多因子组合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